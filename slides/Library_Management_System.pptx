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274320"/>
            <a:ext cx="3200400" cy="3200400"/>
          </a:xfrm>
          <a:prstGeom prst="ellipse">
            <a:avLst/>
          </a:prstGeom>
          <a:solidFill>
            <a:srgbClr val="0D4060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640080"/>
            <a:ext cx="2286000" cy="2286000"/>
          </a:xfrm>
          <a:prstGeom prst="ellipse">
            <a:avLst/>
          </a:prstGeom>
          <a:solidFill>
            <a:srgbClr val="0A305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ENGINEERING &amp; MANAGEMENT, KOLKATA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486400" cy="1828800"/>
          </a:xfrm>
          <a:prstGeom prst="rect">
            <a:avLst/>
          </a:prstGeom>
          <a:solidFill>
            <a:srgbClr val="0D40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64008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Console Application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154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3154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Samriddha Chakraborty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3924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33924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12024052019037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630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3630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CSE (IoT)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8679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3867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(Core)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1056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83080" y="4105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II — 2024-25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6032" y="7498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Library Management System?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1234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Java application that automates the core operations of a library — cataloguing books, managing members, processing borrow/return transactions, and computing overdue fines — replacing manual paper-based record-keeping.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1031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2103120"/>
            <a:ext cx="50292" cy="2377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7627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25328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systems are error-prone, slow, and hard to audit.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0672" y="21031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2103120"/>
            <a:ext cx="50292" cy="2377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17627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468880"/>
            <a:ext cx="25328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OOP application with persistent data and clean menus.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25312" y="21031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25312" y="2103120"/>
            <a:ext cx="50292" cy="2377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17627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468880"/>
            <a:ext cx="25328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Java proficiency through a real-world project.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59536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59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CRUD operations on Books and Members.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OOP principles: Encapsulation, Inheritance, Polymorphism, Abstraction.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19568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borrow &amp; return with due-date and fine tracking.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5237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across sessions using Java Serialisation.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3090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intuitive menu-driven console interface.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94176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clean-code practices: modular design and meaningful naming.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0160" y="822960"/>
            <a:ext cx="6583680" cy="868680"/>
          </a:xfrm>
          <a:prstGeom prst="rect">
            <a:avLst/>
          </a:prstGeom>
          <a:solidFill>
            <a:srgbClr val="14BDB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8961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 |  Menu.java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0" cy="109728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1874520"/>
            <a:ext cx="6583680" cy="8686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19476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LibraryService.java  |  BorrowService.java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0" cy="109728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2926080"/>
            <a:ext cx="6583680" cy="8686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29992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Book.java  |  Member.java  |  Transaction.java  |  FileHandler.java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Functionality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50292" cy="17190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8778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Book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170432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search (ISBN/title/author),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delete books.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27248" y="804672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804672"/>
            <a:ext cx="50292" cy="1719072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8778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Member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36976" y="1170432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view, update, deactivate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accounts.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04672"/>
            <a:ext cx="50292" cy="17190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8778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Borrow &amp; Return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170432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books, set 14-day lending period,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returns.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34640"/>
            <a:ext cx="50292" cy="1719072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29077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Fine Calculation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" y="3200400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₹2/day overdue. Auto-computed via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ChronoUnit.DAYS.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27248" y="283464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27248" y="2834640"/>
            <a:ext cx="50292" cy="17190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3236976" y="29077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&amp; Reports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36976" y="3200400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search; overdue list;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history.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834640"/>
            <a:ext cx="50292" cy="1719072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29" name="Text 27"/>
          <p:cNvSpPr/>
          <p:nvPr/>
        </p:nvSpPr>
        <p:spPr>
          <a:xfrm>
            <a:off x="6144768" y="29077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File Persistence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44768" y="3200400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 to .dat files; reloads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startup.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1645920" cy="3291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777240"/>
            <a:ext cx="3108960" cy="3291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777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3480" y="777240"/>
            <a:ext cx="3108960" cy="3291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777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106424"/>
            <a:ext cx="1645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15214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74520" y="1106424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1152144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isbn, title, author, genre,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totalCopies, availableCopies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83480" y="1106424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152144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addBook(), searchBook(),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borrowCopy(), returnCopy()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764792"/>
            <a:ext cx="1645920" cy="658368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1051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74520" y="1764792"/>
            <a:ext cx="3108960" cy="658368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1810512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memberId, name, email,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joinDate, isActive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83480" y="1764792"/>
            <a:ext cx="3108960" cy="658368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810512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register(), deactivate(),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getBorrowHistory()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423160"/>
            <a:ext cx="1645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46888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2423160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2468880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transId, book, member,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borrowDate, dueDate, fine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2423160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468880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isOverdue(), calcFine(),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markReturned()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081528"/>
            <a:ext cx="1645920" cy="658368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12724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74520" y="3081528"/>
            <a:ext cx="3108960" cy="658368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312724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bookList, memberList,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transactionList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83480" y="3081528"/>
            <a:ext cx="3108960" cy="658368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12724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issueBook(), returnBook(),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generateReport()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739896"/>
            <a:ext cx="1645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7856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FileHandler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74520" y="3739896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0240" y="378561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BOOK_FILE, MEMBER_FILE,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TXN_FILE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83480" y="3739896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78561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saveData(), loadData()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45720" cy="31089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8046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console UI — no GUI dependencies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45720" cy="31089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2618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copy tracking — available count updates instantly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5720" cy="31089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719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fine rate — one constant in Config class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176272"/>
            <a:ext cx="45720" cy="31089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21762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Multi-copy support — tracks total vs. available copies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633472"/>
            <a:ext cx="45720" cy="310896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6334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 — binary serialisation survives restarts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090672"/>
            <a:ext cx="45720" cy="310896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0906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— guards against duplicate IDs, invalid ISBNs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547872"/>
            <a:ext cx="45720" cy="310896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35478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alerts — startup scan flags all late transactions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4005072"/>
            <a:ext cx="45720" cy="310896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4005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OOP design — add new book types with minimal changes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— Fine Calculation &amp; Issue 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4160520" cy="3657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8412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8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Transaction.java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double calcFine()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(returnDate==null ||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627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!returnDate.isAfter(dueDate))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883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0.0;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139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days = ChronoUnit.DAYS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.between(dueDate,returnDate);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days * Config.FINE_PER_DAY;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04672"/>
            <a:ext cx="4160520" cy="3657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8412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8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LibraryService.java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115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issueBook(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1353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isbn, String memberId){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591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 b = findBookByISBN(isbn);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828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Member m = findMemberById(memberId);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066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if(!b.isAvailable()){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304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copies available.");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542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 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7797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b.borrowCopy();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transactions.add(new Transaction(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32552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 m, LocalDate.now(),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LocalDate.now().plusDays(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3730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Config.LENDING_DAYS)));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FileHandler.saveData(...);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42062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109728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8046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53312" y="804672"/>
            <a:ext cx="320040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0" name="Text 8"/>
          <p:cNvSpPr/>
          <p:nvPr/>
        </p:nvSpPr>
        <p:spPr>
          <a:xfrm>
            <a:off x="1399032" y="8046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804672"/>
            <a:ext cx="246888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22592" y="804672"/>
            <a:ext cx="155448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68312" y="8046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1521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152144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53312" y="1152144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115214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 book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53712" y="1152144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11521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added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22592" y="1152144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1521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1572768"/>
            <a:ext cx="10972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1572768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53312" y="1572768"/>
            <a:ext cx="320040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99032" y="157276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ISBN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53712" y="1572768"/>
            <a:ext cx="24688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157276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22592" y="1572768"/>
            <a:ext cx="15544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157276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199339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199339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53312" y="1993392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99032" y="199339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(copies &gt; 0)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53712" y="1993392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9432" y="199339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reduced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22592" y="1993392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199339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2414016"/>
            <a:ext cx="10972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2414016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353312" y="2414016"/>
            <a:ext cx="320040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99032" y="241401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(0 copies)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53712" y="2414016"/>
            <a:ext cx="24688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99432" y="241401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22592" y="2414016"/>
            <a:ext cx="15544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68312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283464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" y="283464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353312" y="2834640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99032" y="283464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return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53712" y="2834640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9432" y="283464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= ₹0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22592" y="2834640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283464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3255264"/>
            <a:ext cx="10972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" y="3255264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353312" y="3255264"/>
            <a:ext cx="320040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99032" y="325526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late return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53712" y="3255264"/>
            <a:ext cx="24688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9432" y="325526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= ₹10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022592" y="3255264"/>
            <a:ext cx="15544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68312" y="325526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56032" y="367588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" y="3675888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353312" y="3675888"/>
            <a:ext cx="3200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99032" y="36758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search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53712" y="3675888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99432" y="367588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listed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022592" y="3675888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68312" y="367588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56032" y="4096512"/>
            <a:ext cx="10972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" y="4096512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353312" y="4096512"/>
            <a:ext cx="320040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99032" y="40965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&amp; verify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53712" y="4096512"/>
            <a:ext cx="24688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99432" y="409651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intact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022592" y="4096512"/>
            <a:ext cx="1554480" cy="420624"/>
          </a:xfrm>
          <a:prstGeom prst="rect">
            <a:avLst/>
          </a:prstGeom>
          <a:solidFill>
            <a:srgbClr val="F4F7F9"/>
          </a:solidFill>
          <a:ln w="6350">
            <a:solidFill>
              <a:srgbClr val="DEE6E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68312" y="409651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54864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8778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loss on crash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3350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54864" cy="8412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914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Call saveData() after every write, not only on exit.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810512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810512"/>
            <a:ext cx="54864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1883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Negative copy count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2340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810512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810512"/>
            <a:ext cx="54864" cy="8412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1920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Guard: availableCopies &lt; totalCopies before increment.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816352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16352"/>
            <a:ext cx="54864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28895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Date arithmetic errors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" y="3346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816352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816352"/>
            <a:ext cx="54864" cy="8412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4718304" y="29260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java.time.ChronoUnit.DAYS.between() handles month boundaries.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822192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822192"/>
            <a:ext cx="54864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38953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Serialisation version error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" y="4352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822192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822192"/>
            <a:ext cx="54864" cy="8412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4718304" y="39319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Declare fixed serialVersionUID; default new fields.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Samriddha Chakraborty  |  CSE (IoT)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260604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GUI Front-end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31673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/ Swing interface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804672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804672"/>
            <a:ext cx="260604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859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8688" y="131673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SQLite backend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804672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804672"/>
            <a:ext cx="260604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859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Alerts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131673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Due-date reminders via JavaMail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6060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606040"/>
            <a:ext cx="260604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609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Interface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" y="311810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Thymeleaf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26060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2606040"/>
            <a:ext cx="260604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6609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REST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18688" y="311810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Mobile-app integration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26060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2606040"/>
            <a:ext cx="260604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6609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Role-based Access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9048" y="311810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Librarian / Member tiers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B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182880"/>
            <a:ext cx="3657600" cy="3657600"/>
          </a:xfrm>
          <a:prstGeom prst="ellipse">
            <a:avLst/>
          </a:prstGeom>
          <a:solidFill>
            <a:srgbClr val="0D4060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8288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61872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fully functional LMS using Core Java.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9019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test cases passed — borrow, return, fine, persistence.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42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 applied throughout: classes, inheritance, interfaces.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18211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UI operable by non-technical library staff.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22192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architecture ready for DB/web future phases.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4480560"/>
            <a:ext cx="859536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E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reviewing this project.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Samriddha Chakraborty</dc:creator>
  <cp:lastModifiedBy>Samriddha Chakraborty</cp:lastModifiedBy>
  <cp:revision>1</cp:revision>
  <dcterms:created xsi:type="dcterms:W3CDTF">2026-03-28T06:21:05Z</dcterms:created>
  <dcterms:modified xsi:type="dcterms:W3CDTF">2026-03-28T06:21:05Z</dcterms:modified>
</cp:coreProperties>
</file>